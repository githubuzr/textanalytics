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97E9B-C3AB-6F42-B2A5-77AAA1C03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8587A-291E-5040-A3DB-42083B88D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B2711-3F55-6849-B587-7C7044EF4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053E-6BCA-CB44-8667-1B060A5CBADB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A1592-B9B9-E840-B5DD-5397982F1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6C9AD-3AB5-E74D-86C0-16740A1E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FCAE-B394-044A-994C-E8E8F9254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0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E02D-F787-1845-9CD9-C6C98982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31B73-9B57-A84C-874F-6B1433D22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50F85-CC78-AE4A-B4F4-79307904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053E-6BCA-CB44-8667-1B060A5CBADB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F1784-2265-1947-A9E4-C22F258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1E732-91F2-0A4E-ACCB-66360DA10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FCAE-B394-044A-994C-E8E8F9254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52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19D3-FA10-E442-9903-403A9D21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82C14-4890-374E-9A52-CA0B50734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F52B2-1D08-5749-BD74-8FCB0E505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053E-6BCA-CB44-8667-1B060A5CBADB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A804F-0665-8F42-8D92-A6B8297BA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3AC41-89BC-0748-95A3-CA03636D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FCAE-B394-044A-994C-E8E8F9254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1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0D4F-061C-3048-9C26-B7C00C16E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59FA8-CC4E-FC4A-A36F-57BAB879B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6D069-25ED-574D-BBA4-7F46773BF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85F3C-ED90-C447-84EB-45FA26DB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053E-6BCA-CB44-8667-1B060A5CBADB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66E8F-C54F-854B-BEFC-46129F3D2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16EB2-DEC7-CB47-9849-B0D1ED61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FCAE-B394-044A-994C-E8E8F9254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7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53A4-037D-CE45-8A88-64F6EE752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26C27-1407-1141-AE43-E1BD9161B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24BC81-55B3-F14B-B03A-E77344A8B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16BB4-A40E-004B-A534-96F1DD664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74433C-4E06-4843-AA69-2FA66B93A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37D9C3-F2D1-954D-A953-1B1808FEB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053E-6BCA-CB44-8667-1B060A5CBADB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C7A9DD-CFCC-664D-834F-0F51C14BA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2F88CD-2B97-C242-B521-4DEAF2FE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FCAE-B394-044A-994C-E8E8F9254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21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75C-E795-9B41-BC05-B24C513B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F90CEE-9C85-444E-8F31-72BFF0B5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053E-6BCA-CB44-8667-1B060A5CBADB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2FE0C-5A2A-AB4A-AEFD-482F2B54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C802C-570B-CD44-9982-BFE5B613C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FCAE-B394-044A-994C-E8E8F9254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4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7C37-A93D-5348-BAA2-C050FF42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053E-6BCA-CB44-8667-1B060A5CBADB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B9BB0-B379-204F-99AE-B850AC2ED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9F606-3892-B948-BA32-2063786B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FCAE-B394-044A-994C-E8E8F9254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1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3B063-2838-B746-AC9D-37315DCA0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C1572-341B-C345-888B-67D8600DD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1AE3F-A061-7348-88F0-EB2BB47FB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BFE4C-FBDA-3B49-B39B-455A5A971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053E-6BCA-CB44-8667-1B060A5CBADB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943B6-3B9A-E84A-81A3-42BFBF91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0B3D1-6CE6-A94E-8428-B91128E43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FCAE-B394-044A-994C-E8E8F9254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F0C5E-0AB0-C14C-85BB-9BDF87497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9062E-397E-8847-B1F5-765F6F986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07EAFB-5E12-1A46-91A6-99678B42F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D7BAC-E237-8A4D-A2B8-78AB640B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053E-6BCA-CB44-8667-1B060A5CBADB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E5D86-6C1A-2A4E-B3DA-05636CC3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4F062-8D5A-BC4D-8BE4-9C7775FE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FCAE-B394-044A-994C-E8E8F9254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2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F255-4F36-B44A-9BE6-4F0BC075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E01AE5-A1C3-A241-B3F1-9BBCAAC61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B26DF-0116-1A4D-ABC5-841620D62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053E-6BCA-CB44-8667-1B060A5CBADB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1C782-5C1C-4A4B-9B1C-758CCD339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7A530-E468-6044-9244-0D5D2DCF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FCAE-B394-044A-994C-E8E8F9254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73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63580E-844E-0D46-BB6F-45109B3217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9E1689-D665-0849-9C32-830ACBD90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DCEDF-8956-DF4F-85DB-7CDA8665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053E-6BCA-CB44-8667-1B060A5CBADB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B173B-A7A3-4841-A8C1-EAD35B05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45671-48FF-5848-89DE-3EF07AEE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8FCAE-B394-044A-994C-E8E8F9254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7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22A03F-CCB1-884C-96B1-F82493AB3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36932-378A-4A43-85C0-EC2B5EADA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78E16-16B3-8F4D-88F4-A53067464C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1053E-6BCA-CB44-8667-1B060A5CBADB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E9C9F-4931-9047-8F99-F95F231A4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51085-64CD-DC4B-B550-E4B820549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8FCAE-B394-044A-994C-E8E8F9254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1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E28AC-0F58-1748-9242-EEE51C55CD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8B6D0-286E-9F48-94DE-409FB749EA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9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42F3-3CB7-7344-B2D7-B6564C3F7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(Shradha)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1E8BE-8CCF-7B45-8021-B0CC2E2E7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4) Data Preparation: How did you prepare your data for analysis? Describe your information extraction pipeline and how you are doing feature extraction/engineering.</a:t>
            </a:r>
          </a:p>
        </p:txBody>
      </p:sp>
    </p:spTree>
    <p:extLst>
      <p:ext uri="{BB962C8B-B14F-4D97-AF65-F5344CB8AC3E}">
        <p14:creationId xmlns:p14="http://schemas.microsoft.com/office/powerpoint/2010/main" val="273035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BFA92-5DD0-EB46-8507-765C4DE8B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</a:t>
            </a:r>
            <a:r>
              <a:rPr lang="en-US"/>
              <a:t>(Jesid)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812CA-5928-D64B-B009-D408527D2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 &amp; Visualizations: What patterns/trends do you see in your data? What do you infer from these trends?</a:t>
            </a:r>
          </a:p>
        </p:txBody>
      </p:sp>
    </p:spTree>
    <p:extLst>
      <p:ext uri="{BB962C8B-B14F-4D97-AF65-F5344CB8AC3E}">
        <p14:creationId xmlns:p14="http://schemas.microsoft.com/office/powerpoint/2010/main" val="2800110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A736-7E8C-4B4A-8C6D-94CFE201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Analytics &amp; Results (Rupesh &amp; </a:t>
            </a:r>
            <a:r>
              <a:rPr lang="en-US" dirty="0" err="1"/>
              <a:t>Taty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7F80A-C997-0A43-8DA5-578F9B1D8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Analytics &amp; Results: Present whatever analysis you have done so far, what results you have gotten, and what you plan to do next. Preliminary analysis is fine</a:t>
            </a:r>
          </a:p>
          <a:p>
            <a:endParaRPr lang="en-US" dirty="0"/>
          </a:p>
          <a:p>
            <a:r>
              <a:rPr lang="en-US" dirty="0"/>
              <a:t>Potential:</a:t>
            </a:r>
          </a:p>
          <a:p>
            <a:pPr lvl="1"/>
            <a:r>
              <a:rPr lang="en-US" dirty="0"/>
              <a:t>3 model types</a:t>
            </a:r>
            <a:r>
              <a:rPr lang="en-US" dirty="0">
                <a:sym typeface="Wingdings" pitchFamily="2" charset="2"/>
              </a:rPr>
              <a:t> (ROBERT, </a:t>
            </a:r>
          </a:p>
          <a:p>
            <a:pPr lvl="1"/>
            <a:r>
              <a:rPr lang="en-US" dirty="0">
                <a:sym typeface="Wingdings" pitchFamily="2" charset="2"/>
              </a:rPr>
              <a:t>Supervised Options (if labelling found(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559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119</Words>
  <Application>Microsoft Macintosh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Preprocessing (Shradha)</vt:lpstr>
      <vt:lpstr>Exploratory Data Analysis (Jesid)</vt:lpstr>
      <vt:lpstr>Analytics &amp; Results (Rupesh &amp; Taty)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Jesid Acosta</dc:creator>
  <cp:lastModifiedBy>Jesid Acosta</cp:lastModifiedBy>
  <cp:revision>1</cp:revision>
  <dcterms:created xsi:type="dcterms:W3CDTF">2021-10-11T16:43:31Z</dcterms:created>
  <dcterms:modified xsi:type="dcterms:W3CDTF">2021-10-11T20:08:28Z</dcterms:modified>
</cp:coreProperties>
</file>